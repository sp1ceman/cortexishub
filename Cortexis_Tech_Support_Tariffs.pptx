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0A1326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38BDF8"/>
                </a:solidFill>
              </a:defRPr>
            </a:pPr>
            <a:r>
              <a:t>CORTEXIS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Интеллект вашего бизнеса • Официальный партнер «1С-Битрикс Казахстан»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РЕГЛАМЕНТ И ТАРИФЫ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Техническая поддержка и развитие Битрикс24</a:t>
            </a:r>
          </a:p>
          <a:p>
            <a:pPr>
              <a:spcBef>
                <a:spcPts val="1200"/>
              </a:spcBef>
              <a:defRPr sz="1500">
                <a:solidFill>
                  <a:srgbClr val="CBD5E1"/>
                </a:solidFill>
              </a:defRPr>
            </a:pPr>
            <a:r>
              <a:t>Профессиональное сопровождение CRM, контроль воронок продаж, исправление сбоев, консультации и обучение команды в Республике Казахстан.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931920"/>
            <a:ext cx="2286000" cy="100584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977639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от 15 минут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Реакция на инциденты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3931920"/>
            <a:ext cx="2286000" cy="100584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3977639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Официально в РК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Договор, ЭСФ и акты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2286000" cy="100584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3977639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Обучение команды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Онлайн-уроки с видеозаписью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3931920"/>
            <a:ext cx="2286000" cy="1005840"/>
          </a:xfrm>
          <a:prstGeom prst="roundRect">
            <a:avLst/>
          </a:prstGeom>
          <a:solidFill>
            <a:srgbClr val="101C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977639"/>
            <a:ext cx="2103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До 20% скидка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При годовом контракте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03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ИП «Cortexis» (Назырулаев Ф. Х.) • г. Шымкент, ул. Жанкожа батыра, 68 • Тел/WhatsApp: +7 (708) 806-88-81 • faizulla@cortexishub.com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Начальный  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Фундамент автоматизации • Cortexis Битрикс24 Казахстан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38BDF8"/>
                </a:solidFill>
              </a:defRPr>
            </a:pPr>
            <a:r>
              <a:t>ТАРИФЫ CORTEXIS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164592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⏱ Ежемесячные регламентные проверки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стабильной работоспособности портала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корректности работы по основному процессу продажи: квалификация лидов, конвертация в сделки, классификация запросов, обработка открытых линий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486400" cy="29260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⚙️ Поддержка и разработка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2 часа поддержки пользователей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Консультации, ответы на вопросы, переписка с экспертом техподдержки.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2 часа на настройку портала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Исправление некорректной работы ранее настраиваемых инструментов Б24.</a:t>
            </a:r>
          </a:p>
          <a:p>
            <a:pPr>
              <a:spcBef>
                <a:spcPts val="600"/>
              </a:spcBef>
              <a:defRPr sz="900" i="1">
                <a:solidFill>
                  <a:srgbClr val="FDE68A"/>
                </a:solidFill>
              </a:defRPr>
            </a:pPr>
            <a:r>
              <a:t>Примечание: доработка новых инструментов, которые ранее не были настроены Cortexis, не предусмотрены (оцениваются отдельно).</a:t>
            </a:r>
          </a:p>
          <a:p>
            <a:pPr>
              <a:spcBef>
                <a:spcPts val="600"/>
              </a:spcBef>
              <a:defRPr b="1" sz="1200">
                <a:solidFill>
                  <a:srgbClr val="38BDF8"/>
                </a:solidFill>
              </a:defRPr>
            </a:pPr>
            <a:r>
              <a:t>⚡ Время реакции: до 3-х часов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4937760" cy="10972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📖 Обучение команды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✔ 1 час онлайн-обучения с видеозаписью для сотрудников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40"/>
            <a:ext cx="4937760" cy="2834640"/>
          </a:xfrm>
          <a:prstGeom prst="roundRect">
            <a:avLst/>
          </a:prstGeom>
          <a:solidFill>
            <a:srgbClr val="0C18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Стоимость обслуживания (₸):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Месяц: 110 000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3 месяца (скидка 10%): 297 000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330 000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6 месяцев (скидка 15%): 561 000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660 000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12 месяцев (скидка 20%): 1 056 000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1 320 000 ₸  ★ МАКС. ВЫГОДА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532120"/>
            <a:ext cx="4937760" cy="548640"/>
          </a:xfrm>
          <a:prstGeom prst="roundRect">
            <a:avLst/>
          </a:prstGeom>
          <a:solidFill>
            <a:srgbClr val="101A32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ℹ️ Дополнительный час работы: 15 000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Cortexis • Официальный партнер «1С-Битрикс Казахстан» • Тел/WhatsApp: +7 (708) 806-88-81 • faizulla@cortexishub.com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Базовый  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Расширенные возможности • Cortexis Битрикс24 Казахстан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38BDF8"/>
                </a:solidFill>
              </a:defRPr>
            </a:pPr>
            <a:r>
              <a:t>ТАРИФЫ CORTEXIS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164592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⏱ Ежемесячные регламентные проверки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стабильной работоспособности портала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корректности работы по основному процессу продажи: квалификация лидов, конвертация в сделки, классификация запросов, обработка открытых линий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486400" cy="29260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⚙️ Поддержка и разработка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4 часа поддержки пользователей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Консультации, ответы на вопросы, переписка с экспертом техподдержки.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4 часа на настройку портала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Исправление некорректной работы ранее настраиваемых инструментов Б24.</a:t>
            </a:r>
          </a:p>
          <a:p>
            <a:pPr>
              <a:spcBef>
                <a:spcPts val="600"/>
              </a:spcBef>
              <a:defRPr sz="900" i="1">
                <a:solidFill>
                  <a:srgbClr val="FDE68A"/>
                </a:solidFill>
              </a:defRPr>
            </a:pPr>
            <a:r>
              <a:t>Примечание: доработка новых инструментов, которые ранее не были настроены Cortexis, не предусмотрены (оцениваются отдельно).</a:t>
            </a:r>
          </a:p>
          <a:p>
            <a:pPr>
              <a:spcBef>
                <a:spcPts val="600"/>
              </a:spcBef>
              <a:defRPr b="1" sz="1200">
                <a:solidFill>
                  <a:srgbClr val="38BDF8"/>
                </a:solidFill>
              </a:defRPr>
            </a:pPr>
            <a:r>
              <a:t>⚡ Время реакции: до 1 часа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4937760" cy="10972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📖 Обучение команды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✔ 1 час онлайн-обучения с видеозаписью для сотрудников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40"/>
            <a:ext cx="4937760" cy="2834640"/>
          </a:xfrm>
          <a:prstGeom prst="roundRect">
            <a:avLst/>
          </a:prstGeom>
          <a:solidFill>
            <a:srgbClr val="0C18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Стоимость обслуживания (₸):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Месяц: 150 000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3 месяца (скидка 10%): 405 000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450 000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6 месяцев (скидка 15%): 765 000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900 000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12 месяцев (скидка 20%): 1 440 000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1 800 000 ₸  ★ МАКС. ВЫГОДА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532120"/>
            <a:ext cx="4937760" cy="548640"/>
          </a:xfrm>
          <a:prstGeom prst="roundRect">
            <a:avLst/>
          </a:prstGeom>
          <a:solidFill>
            <a:srgbClr val="101A32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ℹ️ Дополнительный час работы: 15 000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Cortexis • Официальный партнер «1С-Битрикс Казахстан» • Тел/WhatsApp: +7 (708) 806-88-81 • faizulla@cortexishub.com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Стандарт  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Профессиональный рост • Cortexis Битрикс24 Казахстан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38BDF8"/>
                </a:solidFill>
              </a:defRPr>
            </a:pPr>
            <a:r>
              <a:t>★ ХИТ ПРОДАЖ РК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164592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⏱ Ежемесячные регламентные проверки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стабильной работоспособности портала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корректности работы по основному процессу продажи: квалификация лидов, конвертация в сделки, классификация запросов, обработка открытых линий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486400" cy="29260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⚙️ Поддержка и разработка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7 часов поддержки пользователей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Консультации, ответы на вопросы, переписка с экспертом техподдержки.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7 часов на настройку портала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Исправление некорректной работы ранее настраиваемых инструментов Б24.</a:t>
            </a:r>
          </a:p>
          <a:p>
            <a:pPr>
              <a:spcBef>
                <a:spcPts val="600"/>
              </a:spcBef>
              <a:defRPr sz="900" i="1">
                <a:solidFill>
                  <a:srgbClr val="FDE68A"/>
                </a:solidFill>
              </a:defRPr>
            </a:pPr>
            <a:r>
              <a:t>Примечание: доработка новых инструментов, которые ранее не были настроены Cortexis, не предусмотрены (оцениваются отдельно).</a:t>
            </a:r>
          </a:p>
          <a:p>
            <a:pPr>
              <a:spcBef>
                <a:spcPts val="600"/>
              </a:spcBef>
              <a:defRPr b="1" sz="1200">
                <a:solidFill>
                  <a:srgbClr val="38BDF8"/>
                </a:solidFill>
              </a:defRPr>
            </a:pPr>
            <a:r>
              <a:t>⚡ Время реакции: до 30 минут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4937760" cy="10972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📖 Обучение команды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✔ 3 часа онлайн-обучения с видеозаписью для сотрудников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40"/>
            <a:ext cx="4937760" cy="2834640"/>
          </a:xfrm>
          <a:prstGeom prst="roundRect">
            <a:avLst/>
          </a:prstGeom>
          <a:solidFill>
            <a:srgbClr val="0C1830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Стоимость обслуживания (₸):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Месяц: 225 000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3 месяца (скидка 10%): 607 500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675 000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6 месяцев (скидка 15%): 1 147 500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1 350 000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12 месяцев (скидка 20%): 2 160 000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2 700 000 ₸  ★ МАКС. ВЫГОДА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532120"/>
            <a:ext cx="4937760" cy="548640"/>
          </a:xfrm>
          <a:prstGeom prst="roundRect">
            <a:avLst/>
          </a:prstGeom>
          <a:solidFill>
            <a:srgbClr val="101A32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ℹ️ Дополнительный час работы: 15 000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Cortexis • Официальный партнер «1С-Битрикс Казахстан» • Тел/WhatsApp: +7 (708) 806-88-81 • faizulla@cortexishub.com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PRO  </a:t>
            </a:r>
          </a:p>
          <a:p>
            <a:pPr>
              <a:defRPr b="1" sz="1300">
                <a:solidFill>
                  <a:srgbClr val="38BDF8"/>
                </a:solidFill>
              </a:defRPr>
            </a:pPr>
            <a:r>
              <a:t>Максимальная эффективность • Cortexis Битрикс24 Казахстан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65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F59E0B"/>
                </a:solidFill>
              </a:defRPr>
            </a:pPr>
            <a:r>
              <a:t>⚡ VIP ПОДДЕРЖКА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164592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⏱ Ежемесячные регламентные проверки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стабильной работоспособности портала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</a:defRPr>
            </a:pPr>
            <a:r>
              <a:t>✔ Проверка корректности работы по основному процессу продажи: квалификация лидов, конвертация в сделки, классификация запросов, обработка открытых линий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5486400" cy="29260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⚙️ Поддержка и разработка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14 часов поддержки пользователей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Консультации, ответы на вопросы, переписка с экспертом техподдержки.</a:t>
            </a:r>
          </a:p>
          <a:p>
            <a:pPr>
              <a:spcBef>
                <a:spcPts val="400"/>
              </a:spcBef>
              <a:defRPr b="1" sz="1100">
                <a:solidFill>
                  <a:srgbClr val="FFFFFF"/>
                </a:solidFill>
              </a:defRPr>
            </a:pPr>
            <a:r>
              <a:t>✔ 14 часов на настройку портала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Исправление некорректной работы ранее настраиваемых инструментов Б24.</a:t>
            </a:r>
          </a:p>
          <a:p>
            <a:pPr>
              <a:spcBef>
                <a:spcPts val="600"/>
              </a:spcBef>
              <a:defRPr sz="900" i="1">
                <a:solidFill>
                  <a:srgbClr val="FDE68A"/>
                </a:solidFill>
              </a:defRPr>
            </a:pPr>
            <a:r>
              <a:t>Примечание: доработка новых инструментов, которые ранее не были настроены Cortexis, не предусмотрены (оцениваются отдельно).</a:t>
            </a:r>
          </a:p>
          <a:p>
            <a:pPr>
              <a:spcBef>
                <a:spcPts val="600"/>
              </a:spcBef>
              <a:defRPr b="1" sz="1200">
                <a:solidFill>
                  <a:srgbClr val="F59E0B"/>
                </a:solidFill>
              </a:defRPr>
            </a:pPr>
            <a:r>
              <a:t>⚡ Время реакции: до 15 минут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4937760" cy="10972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📖 Обучение команды</a:t>
            </a:r>
          </a:p>
          <a:p>
            <a:pPr>
              <a:spcBef>
                <a:spcPts val="400"/>
              </a:spcBef>
              <a:defRPr sz="1100">
                <a:solidFill>
                  <a:srgbClr val="CBD5E1"/>
                </a:solidFill>
              </a:defRPr>
            </a:pPr>
            <a:r>
              <a:t>✔ 5 часов онлайн-обучения с видеозаписью для сотрудников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40"/>
            <a:ext cx="4937760" cy="2834640"/>
          </a:xfrm>
          <a:prstGeom prst="roundRect">
            <a:avLst/>
          </a:prstGeom>
          <a:solidFill>
            <a:srgbClr val="0C1830"/>
          </a:solidFill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572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Стоимость обслуживания (₸):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Месяц: 300 000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3 месяца (скидка 10%): 675 000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750 000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6 месяцев (скидка 15%): 1 275 000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1 500 000 ₸</a:t>
            </a:r>
          </a:p>
          <a:p>
            <a:pPr>
              <a:spcBef>
                <a:spcPts val="300"/>
              </a:spcBef>
              <a:defRPr b="1" sz="1100">
                <a:solidFill>
                  <a:srgbClr val="38BDF8"/>
                </a:solidFill>
              </a:defRPr>
            </a:pPr>
            <a:r>
              <a:t>• 12 месяцев (скидка 20%): 2 400 000 ₸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было 3 000 000 ₸  ★ МАКС. ВЫГОДА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5532120"/>
            <a:ext cx="4937760" cy="548640"/>
          </a:xfrm>
          <a:prstGeom prst="roundRect">
            <a:avLst/>
          </a:prstGeom>
          <a:solidFill>
            <a:srgbClr val="101A32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5577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50">
                <a:solidFill>
                  <a:srgbClr val="FFFFFF"/>
                </a:solidFill>
              </a:defRPr>
            </a:pPr>
            <a:r>
              <a:t>ℹ️ Дополнительный час работы: 15 000 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Cortexis • Официальный партнер «1С-Битрикс Казахстан» • Тел/WhatsApp: +7 (708) 806-88-81 • faizulla@cortexishub.com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Сводная таблица тарифов и порядок подключения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18011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</a:defRPr>
                      </a:pPr>
                      <a:r>
                        <a:t>Параметры тарифа</a:t>
                      </a:r>
                    </a:p>
                  </a:txBody>
                  <a:tcPr>
                    <a:solidFill>
                      <a:srgbClr val="0E1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</a:defRPr>
                      </a:pPr>
                      <a:r>
                        <a:t>Начальный</a:t>
                      </a:r>
                    </a:p>
                  </a:txBody>
                  <a:tcPr>
                    <a:solidFill>
                      <a:srgbClr val="0E1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</a:defRPr>
                      </a:pPr>
                      <a:r>
                        <a:t>Базовый</a:t>
                      </a:r>
                    </a:p>
                  </a:txBody>
                  <a:tcPr>
                    <a:solidFill>
                      <a:srgbClr val="0E1C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</a:defRPr>
                      </a:pPr>
                      <a:r>
                        <a:t>Стандарт (Хит)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8BDF8"/>
                          </a:solidFill>
                        </a:defRPr>
                      </a:pPr>
                      <a:r>
                        <a:t>PRO (VIP)</a:t>
                      </a:r>
                    </a:p>
                  </a:txBody>
                  <a:tcPr>
                    <a:solidFill>
                      <a:srgbClr val="0E1C3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Часы поддержки пользователей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 ч / мес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4 ч / мес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7 ч / мес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14 ч / мес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Часы настройки портала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 ч / мес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4 ч / мес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7 ч / мес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14 ч / мес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Всего часов в месяц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4 часа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8 часов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14 часов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28 часов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Максимальное время реакции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до 3-х часов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до 1 часа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до 30 минут ⚡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до 15 минут ⚡⚡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Обучение команды с записью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 час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1 час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3 часа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FFFFF"/>
                          </a:solidFill>
                        </a:defRPr>
                      </a:pPr>
                      <a:r>
                        <a:t>5 часов</a:t>
                      </a:r>
                    </a:p>
                  </a:txBody>
                  <a:tcPr>
                    <a:solidFill>
                      <a:srgbClr val="0E1A32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Стоимость при оплате за год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88 000 ₸/мес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120 000 ₸/мес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180 000 ₸/мес</a:t>
                      </a:r>
                    </a:p>
                  </a:txBody>
                  <a:tcPr>
                    <a:solidFill>
                      <a:srgbClr val="1224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200 000 ₸/мес</a:t>
                      </a:r>
                    </a:p>
                  </a:txBody>
                  <a:tcPr>
                    <a:solidFill>
                      <a:srgbClr val="0A14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297680"/>
            <a:ext cx="10728655" cy="2011680"/>
          </a:xfrm>
          <a:prstGeom prst="roundRect">
            <a:avLst/>
          </a:prstGeom>
          <a:solidFill>
            <a:srgbClr val="0C1830"/>
          </a:solidFill>
          <a:ln w="19050">
            <a:solidFill>
              <a:srgbClr val="28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38912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8BDF8"/>
                </a:solidFill>
              </a:defRPr>
            </a:pPr>
            <a:r>
              <a:t>Контакты и реквизиты для заключения договора в РК: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• Индивидуальный предприниматель: ИП «Cortexis» (Назырулаев Файзулла Хайруллаевич)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• ИИН: 000216500884 • Статус: Официальный партнер «1С-Битрикс Казахстан»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• Телефон / WhatsApp: +7 (708) 806-88-81 • Email: faizulla@cortexishub.com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• Адрес: Республика Казахстан, г. Шымкент, ул. Жанкожа батыра, 68 • Сайт: cortexishub.com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• Предоставляем полный пакет закрывающих документов: официальный договор, ЭСФ, акты выполненных работ.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